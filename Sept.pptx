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00925" y="121600"/>
            <a:ext cx="206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September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929710" y="876158"/>
            <a:ext cx="7284582" cy="4267182"/>
            <a:chOff x="1056275" y="1024600"/>
            <a:chExt cx="7031450" cy="4118901"/>
          </a:xfrm>
        </p:grpSpPr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/>
            </a:blip>
            <a:srcRect b="0" l="0" r="0" t="17150"/>
            <a:stretch/>
          </p:blipFill>
          <p:spPr>
            <a:xfrm>
              <a:off x="1056275" y="1024600"/>
              <a:ext cx="7031450" cy="4118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3"/>
            <p:cNvSpPr/>
            <p:nvPr/>
          </p:nvSpPr>
          <p:spPr>
            <a:xfrm>
              <a:off x="2204350" y="2392375"/>
              <a:ext cx="544200" cy="247500"/>
            </a:xfrm>
            <a:prstGeom prst="rect">
              <a:avLst/>
            </a:prstGeom>
            <a:solidFill>
              <a:schemeClr val="lt1"/>
            </a:solidFill>
            <a:ln cap="flat" cmpd="sng" w="9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725" lIns="94725" spcFirstLastPara="1" rIns="94725" wrap="square" tIns="94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2456700" y="505050"/>
            <a:ext cx="42306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Fitness goal: i want to develop better cardiovascular endurance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63850" y="141833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60min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Hiking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243725" y="21390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55min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Cycling 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276950" y="141832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45min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Jogging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250750" y="141832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90min cycling high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256700" y="21390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75min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Swimming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218825" y="21390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90min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Jogging 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276950" y="28852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50min swimming 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263850" y="28852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45min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Elliptical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250750" y="2885200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60min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Cycling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high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280250" y="362812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90min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</a:t>
            </a:r>
            <a:r>
              <a:rPr lang="en" sz="1000">
                <a:solidFill>
                  <a:schemeClr val="dk2"/>
                </a:solidFill>
              </a:rPr>
              <a:t>unning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high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218600" y="362812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60min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Cycling high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218825" y="362812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45min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</a:t>
            </a:r>
            <a:r>
              <a:rPr lang="en" sz="1000">
                <a:solidFill>
                  <a:schemeClr val="dk2"/>
                </a:solidFill>
              </a:rPr>
              <a:t>wimming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276950" y="435207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45min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Hiking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302600" y="435207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75min elliptical med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6250750" y="4352075"/>
            <a:ext cx="8145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90min running high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